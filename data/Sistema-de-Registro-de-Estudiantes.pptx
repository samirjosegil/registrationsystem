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20F0502020204030204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37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89908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32410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35450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6433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2397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6088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9563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5662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26422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39697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59436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57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428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60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15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132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50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096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961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11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86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409FC-BEDF-4651-BE65-28BE5CE7850C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34CAB-3273-44BA-BFA9-A8CE7E97C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9118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25472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Sistema de Registro de Estudiantes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295775"/>
            <a:ext cx="45821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Implementación en Haskell y Prolog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00895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ST0244 - Paradigmas de Programación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631769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Introducción al Proyecto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Objetivo Principal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59925"/>
            <a:ext cx="615005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Desarrollar un sistema de registro estudiantil que compare dos paradigmas de programación fundamentales: programación funcional (Haskell) y programación lógica (Prolog).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Problema a Resolver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159925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Gestionar entrada y salida de estudiantes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Calcular tiempo en la universidad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Mantener registros persistentes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1076444"/>
            <a:ext cx="5811560" cy="620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Arquitectura del Sistema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67926" y="1999655"/>
            <a:ext cx="3689509" cy="2816066"/>
          </a:xfrm>
          <a:prstGeom prst="roundRect">
            <a:avLst>
              <a:gd name="adj" fmla="val 11895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4028" y="2245757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6FFB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8218" y="2429828"/>
            <a:ext cx="301466" cy="3014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028" y="3117533"/>
            <a:ext cx="2481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Haskell Module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514028" y="3548777"/>
            <a:ext cx="3197304" cy="102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Implementación funcional con estructuras de datos inmutables y funciones puras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59365" y="1999655"/>
            <a:ext cx="3689509" cy="2816066"/>
          </a:xfrm>
          <a:prstGeom prst="roundRect">
            <a:avLst>
              <a:gd name="adj" fmla="val 11895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05467" y="2245757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29DD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9657" y="2429828"/>
            <a:ext cx="301466" cy="3014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05467" y="3117533"/>
            <a:ext cx="2481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Prolog Module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0405467" y="3548777"/>
            <a:ext cx="3197304" cy="102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Implementación lógica basada en predicados y resolución de consultas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67926" y="5017651"/>
            <a:ext cx="7580948" cy="2135505"/>
          </a:xfrm>
          <a:prstGeom prst="roundRect">
            <a:avLst>
              <a:gd name="adj" fmla="val 15686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14028" y="5263753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37A7E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8218" y="5447824"/>
            <a:ext cx="301466" cy="3014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4028" y="6135529"/>
            <a:ext cx="2481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Universidad.txt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6514028" y="6566773"/>
            <a:ext cx="708874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Fichero de datos compartido entre ambos módulos para persistencia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7373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Modelo de Datos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76632"/>
            <a:ext cx="31937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Haskell - Tipo Algebraico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864037" y="3197185"/>
            <a:ext cx="6150054" cy="888682"/>
          </a:xfrm>
          <a:prstGeom prst="roundRect">
            <a:avLst>
              <a:gd name="adj" fmla="val 41672"/>
            </a:avLst>
          </a:prstGeom>
          <a:solidFill>
            <a:srgbClr val="171528"/>
          </a:solidFill>
          <a:ln/>
        </p:spPr>
      </p:sp>
      <p:sp>
        <p:nvSpPr>
          <p:cNvPr id="5" name="Shape 3"/>
          <p:cNvSpPr/>
          <p:nvPr/>
        </p:nvSpPr>
        <p:spPr>
          <a:xfrm>
            <a:off x="851773" y="3197185"/>
            <a:ext cx="6174581" cy="888682"/>
          </a:xfrm>
          <a:prstGeom prst="roundRect">
            <a:avLst>
              <a:gd name="adj" fmla="val 4167"/>
            </a:avLst>
          </a:prstGeom>
          <a:solidFill>
            <a:srgbClr val="171528"/>
          </a:solidFill>
          <a:ln/>
        </p:spPr>
      </p:sp>
      <p:sp>
        <p:nvSpPr>
          <p:cNvPr id="6" name="Text 4"/>
          <p:cNvSpPr/>
          <p:nvPr/>
        </p:nvSpPr>
        <p:spPr>
          <a:xfrm>
            <a:off x="1160383" y="3444002"/>
            <a:ext cx="555736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Estudiante = (String, Int, Maybe Int)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4363522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ID: identificador único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Entrada: minutos desde 00:00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Salida: Maybe Int (None si está dentro)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943481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tipo </a:t>
            </a:r>
            <a:r>
              <a:rPr lang="en-US" sz="19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Maybe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permite representar la ausencia de salida de forma segura.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2576632"/>
            <a:ext cx="372403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Prolog - Hechos Relacionales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7623929" y="3197185"/>
            <a:ext cx="6150054" cy="888682"/>
          </a:xfrm>
          <a:prstGeom prst="roundRect">
            <a:avLst>
              <a:gd name="adj" fmla="val 41672"/>
            </a:avLst>
          </a:prstGeom>
          <a:solidFill>
            <a:srgbClr val="171528"/>
          </a:solidFill>
          <a:ln/>
        </p:spPr>
      </p:sp>
      <p:sp>
        <p:nvSpPr>
          <p:cNvPr id="11" name="Shape 9"/>
          <p:cNvSpPr/>
          <p:nvPr/>
        </p:nvSpPr>
        <p:spPr>
          <a:xfrm>
            <a:off x="7611666" y="3197185"/>
            <a:ext cx="6174581" cy="888682"/>
          </a:xfrm>
          <a:prstGeom prst="roundRect">
            <a:avLst>
              <a:gd name="adj" fmla="val 4167"/>
            </a:avLst>
          </a:prstGeom>
          <a:solidFill>
            <a:srgbClr val="171528"/>
          </a:solidFill>
          <a:ln/>
        </p:spPr>
      </p:sp>
      <p:sp>
        <p:nvSpPr>
          <p:cNvPr id="12" name="Text 10"/>
          <p:cNvSpPr/>
          <p:nvPr/>
        </p:nvSpPr>
        <p:spPr>
          <a:xfrm>
            <a:off x="7920276" y="3444002"/>
            <a:ext cx="555736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student(ID, Entrada, Salida)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4363522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ID: átomo identificador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Entrada: número entero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Salida: número o none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23929" y="5943481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datos se representan como </a:t>
            </a:r>
            <a:r>
              <a:rPr lang="en-US" sz="19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hechos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la base de conocimiento.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9477" y="905232"/>
            <a:ext cx="5099209" cy="63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Gestión del Tiempo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9477" y="1862376"/>
            <a:ext cx="22943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289477" y="2221825"/>
            <a:ext cx="3662243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6289477" y="2397442"/>
            <a:ext cx="259842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Conversión a Minutos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89477" y="2843927"/>
            <a:ext cx="3662243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hora se convierte a minutos desde 00:00 (ej: 14:30 = 870 minutos)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4961" y="1862376"/>
            <a:ext cx="22943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164961" y="2221825"/>
            <a:ext cx="3662362" cy="3048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961" y="2397442"/>
            <a:ext cx="28890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Almacenamiento Entero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164961" y="2843927"/>
            <a:ext cx="3662362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 almacena como número entero para facilitar cálculos y comparaciones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89477" y="4291489"/>
            <a:ext cx="22943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89477" y="4650938"/>
            <a:ext cx="7537847" cy="3048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4" name="Text 11"/>
          <p:cNvSpPr/>
          <p:nvPr/>
        </p:nvSpPr>
        <p:spPr>
          <a:xfrm>
            <a:off x="6289477" y="4826556"/>
            <a:ext cx="254960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Cálculo de Duración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89477" y="5273040"/>
            <a:ext cx="7537847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Resta simple: Salida - Entrada = tiempo en minutos dentro del campus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89477" y="6039088"/>
            <a:ext cx="7537847" cy="1285280"/>
          </a:xfrm>
          <a:prstGeom prst="roundRect">
            <a:avLst>
              <a:gd name="adj" fmla="val 26780"/>
            </a:avLst>
          </a:prstGeom>
          <a:solidFill>
            <a:srgbClr val="004D3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910" y="6391632"/>
            <a:ext cx="286822" cy="22943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35165" y="6309598"/>
            <a:ext cx="6562725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Ventaja clave:</a:t>
            </a:r>
            <a:r>
              <a:rPr lang="en-US" sz="1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Simplifica operaciones aritméticas y permite comparaciones eficientes sin parsear cadenas.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99511"/>
            <a:ext cx="735210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Funcionalidades del Sistema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037" y="2979063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9867" y="29790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Registro de Entrada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789867" y="3470077"/>
            <a:ext cx="316920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Registrar llegada de estudiante con ID y hora actual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7682" y="2979063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3512" y="2979063"/>
            <a:ext cx="31692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Búsqueda de Estudiantes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193512" y="3812977"/>
            <a:ext cx="316920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Encontrar estudiante por ID y mostrar estado actual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1328" y="2979063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97158" y="29790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Registro de Salida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597158" y="3470077"/>
            <a:ext cx="316920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Registrar salida actualizando tiempo de salida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4037" y="5148977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89867" y="514897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Listar Estudiantes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789867" y="5639991"/>
            <a:ext cx="316920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Mostrar todos los registros con estado de presencia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67682" y="5148977"/>
            <a:ext cx="617220" cy="6172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3512" y="514897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Cálculo de Tiempo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6193512" y="5639991"/>
            <a:ext cx="316920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Calcular duración total en minutos y convertir a horas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836" y="968693"/>
            <a:ext cx="6321028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Implementación en Haskell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36" y="2260759"/>
            <a:ext cx="8301038" cy="4633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276" y="2096572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Paradigma Funcional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9637276" y="2754094"/>
            <a:ext cx="111800" cy="111800"/>
          </a:xfrm>
          <a:prstGeom prst="roundRect">
            <a:avLst>
              <a:gd name="adj" fmla="val 408945"/>
            </a:avLst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9951720" y="2635329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Datos Inmutables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51720" y="3148727"/>
            <a:ext cx="3903345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operación crea nueva estructura sin modificar la anterior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637276" y="4355009"/>
            <a:ext cx="111800" cy="111800"/>
          </a:xfrm>
          <a:prstGeom prst="roundRect">
            <a:avLst>
              <a:gd name="adj" fmla="val 408945"/>
            </a:avLst>
          </a:prstGeom>
          <a:solidFill>
            <a:srgbClr val="29DDDA"/>
          </a:solidFill>
          <a:ln/>
        </p:spPr>
      </p:sp>
      <p:sp>
        <p:nvSpPr>
          <p:cNvPr id="9" name="Text 6"/>
          <p:cNvSpPr/>
          <p:nvPr/>
        </p:nvSpPr>
        <p:spPr>
          <a:xfrm>
            <a:off x="9951720" y="4236244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Funciones Puras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51720" y="4749641"/>
            <a:ext cx="3903345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 efectos secundarios, resultado depende únicamente de inputs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37276" y="5955923"/>
            <a:ext cx="111800" cy="111800"/>
          </a:xfrm>
          <a:prstGeom prst="roundRect">
            <a:avLst>
              <a:gd name="adj" fmla="val 408945"/>
            </a:avLst>
          </a:prstGeom>
          <a:solidFill>
            <a:srgbClr val="37A7E7"/>
          </a:solidFill>
          <a:ln/>
        </p:spPr>
      </p:sp>
      <p:sp>
        <p:nvSpPr>
          <p:cNvPr id="12" name="Text 9"/>
          <p:cNvSpPr/>
          <p:nvPr/>
        </p:nvSpPr>
        <p:spPr>
          <a:xfrm>
            <a:off x="9951720" y="5837158"/>
            <a:ext cx="267581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Listas como Estructura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951720" y="6350556"/>
            <a:ext cx="3903345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Uso de listas enlazadas para representar colección de estudiantes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1137523"/>
            <a:ext cx="587049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Implementación en Prolog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50094" y="2228493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Paradigma Lógico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50094" y="2849285"/>
            <a:ext cx="107156" cy="107156"/>
          </a:xfrm>
          <a:prstGeom prst="roundRect">
            <a:avLst>
              <a:gd name="adj" fmla="val 426668"/>
            </a:avLst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1043226" y="2735461"/>
            <a:ext cx="275165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Predicados Relacionales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43226" y="3219093"/>
            <a:ext cx="3962519" cy="64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student/3 define relación entre ID, entrada y salida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50094" y="4345543"/>
            <a:ext cx="107156" cy="107156"/>
          </a:xfrm>
          <a:prstGeom prst="roundRect">
            <a:avLst>
              <a:gd name="adj" fmla="val 426668"/>
            </a:avLst>
          </a:prstGeom>
          <a:solidFill>
            <a:srgbClr val="29DDDA"/>
          </a:solidFill>
          <a:ln/>
        </p:spPr>
      </p:sp>
      <p:sp>
        <p:nvSpPr>
          <p:cNvPr id="8" name="Text 6"/>
          <p:cNvSpPr/>
          <p:nvPr/>
        </p:nvSpPr>
        <p:spPr>
          <a:xfrm>
            <a:off x="1043226" y="4231719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Inferencia Lógica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43226" y="4715351"/>
            <a:ext cx="3962519" cy="64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sistema deduce respuestas mediante unificación y backtracking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0094" y="5841802"/>
            <a:ext cx="107156" cy="107156"/>
          </a:xfrm>
          <a:prstGeom prst="roundRect">
            <a:avLst>
              <a:gd name="adj" fmla="val 426668"/>
            </a:avLst>
          </a:prstGeom>
          <a:solidFill>
            <a:srgbClr val="37A7E7"/>
          </a:solidFill>
          <a:ln/>
        </p:spPr>
      </p:sp>
      <p:sp>
        <p:nvSpPr>
          <p:cNvPr id="11" name="Text 9"/>
          <p:cNvSpPr/>
          <p:nvPr/>
        </p:nvSpPr>
        <p:spPr>
          <a:xfrm>
            <a:off x="1043226" y="5727978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Hechos y Reglas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43226" y="6211610"/>
            <a:ext cx="3962519" cy="64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datos son hechos almacenados, las consultas son reglas de búsqueda</a:t>
            </a:r>
            <a:endParaRPr lang="en-US" sz="16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287" y="2221349"/>
            <a:ext cx="8351520" cy="46612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725" y="1692354"/>
            <a:ext cx="5988844" cy="551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Comparación de Paradigmas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81725" y="2484001"/>
            <a:ext cx="22860" cy="4053245"/>
          </a:xfrm>
          <a:prstGeom prst="roundRect">
            <a:avLst>
              <a:gd name="adj" fmla="val 1303724"/>
            </a:avLst>
          </a:prstGeom>
          <a:solidFill>
            <a:srgbClr val="16FFBB"/>
          </a:solidFill>
          <a:ln/>
        </p:spPr>
      </p:sp>
      <p:sp>
        <p:nvSpPr>
          <p:cNvPr id="5" name="Shape 2"/>
          <p:cNvSpPr/>
          <p:nvPr/>
        </p:nvSpPr>
        <p:spPr>
          <a:xfrm>
            <a:off x="6204585" y="2484001"/>
            <a:ext cx="7753350" cy="1866781"/>
          </a:xfrm>
          <a:prstGeom prst="rect">
            <a:avLst/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3181" y="2705457"/>
            <a:ext cx="2207538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Haskell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3181" y="3077170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Transformación de datos: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Manipula estructuras mediante funciones puras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3181" y="3459837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Estilo declarativo: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Describe qué hacer, no cómo hacerlo paso a paso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3181" y="3842504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Tipo fuerte: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Verificación en compilación previene errores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04585" y="4670465"/>
            <a:ext cx="7753350" cy="1866781"/>
          </a:xfrm>
          <a:prstGeom prst="rect">
            <a:avLst/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3181" y="4891921"/>
            <a:ext cx="2207538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Prolog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3181" y="5263634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Inferencia lógica: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Deduce soluciones mediante resolución de predicados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3181" y="5646301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Consultas declarativas: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Especifica condiciones que deben cumplirse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03181" y="6028968"/>
            <a:ext cx="7333298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Patrones: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Unificación automática con variables anónimas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4983" y="914638"/>
            <a:ext cx="7514034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Conclusiones y Mejoras Futuras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814983" y="2757130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Aprendizajes Clave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4983" y="3300055"/>
            <a:ext cx="3472934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Ambos paradigmas resuelven el mismo problema de forma radicalmente diferente. Haskell transforma datos mediante funciones, mientras Prolog deduce soluciones mediante lógica.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4983" y="6031349"/>
            <a:ext cx="3472934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elección del paradigma depende del dominio del problema y las preferencias del equipo.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63703" y="2757130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Mejoras Propuestas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63703" y="3300055"/>
            <a:ext cx="347293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Validación de entrada robusta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Gestión de errores exhaustiva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Verificación de consistencia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Interfaz gráfica de usuario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Sistema de autenticación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527</Words>
  <Application>Microsoft Office PowerPoint</Application>
  <PresentationFormat>Personalizado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Spline Sans Bold</vt:lpstr>
      <vt:lpstr>Arial</vt:lpstr>
      <vt:lpstr>Calibri</vt:lpstr>
      <vt:lpstr>Consolas</vt:lpstr>
      <vt:lpstr>Calibri Light</vt:lpstr>
      <vt:lpstr>Spline Sans Light</vt:lpstr>
      <vt:lpstr>Barlow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Samir Jose Osorio Gil</cp:lastModifiedBy>
  <cp:revision>2</cp:revision>
  <dcterms:created xsi:type="dcterms:W3CDTF">2026-03-22T01:11:43Z</dcterms:created>
  <dcterms:modified xsi:type="dcterms:W3CDTF">2026-03-22T01:13:36Z</dcterms:modified>
</cp:coreProperties>
</file>